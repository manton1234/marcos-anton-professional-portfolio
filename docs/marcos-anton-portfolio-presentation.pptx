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a66006e91241ae" /><Relationship Type="http://schemas.openxmlformats.org/officeDocument/2006/relationships/extended-properties" Target="/docProps/app.xml" Id="R5c1bb261344f41e0" /><Relationship Type="http://schemas.openxmlformats.org/officeDocument/2006/relationships/officeDocument" Target="/ppt/presentation.xml" Id="R254318fd0c1547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4d9e1311084c2d"/>
  </p:sldMasterIdLst>
  <p:notesMasterIdLst>
    <p:notesMasterId xmlns:r="http://schemas.openxmlformats.org/officeDocument/2006/relationships" r:id="R1037a85e6a1f4d2e"/>
  </p:notesMasterIdLst>
  <p:sldIdLst>
    <p:sldId xmlns:r="http://schemas.openxmlformats.org/officeDocument/2006/relationships" id="256" r:id="R15a2b02e27de4e09"/>
    <p:sldId xmlns:r="http://schemas.openxmlformats.org/officeDocument/2006/relationships" id="257" r:id="R59cb4f9994104a19"/>
    <p:sldId xmlns:r="http://schemas.openxmlformats.org/officeDocument/2006/relationships" id="258" r:id="R78ec3111e9424add"/>
    <p:sldId xmlns:r="http://schemas.openxmlformats.org/officeDocument/2006/relationships" id="259" r:id="R69cd0bc541b1425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790c47ce7a4d1b" /><Relationship Type="http://schemas.openxmlformats.org/officeDocument/2006/relationships/slideMaster" Target="/ppt/slideMasters/slideMaster1.xml" Id="R924d9e1311084c2d" /><Relationship Type="http://schemas.openxmlformats.org/officeDocument/2006/relationships/notesMaster" Target="/ppt/notesMasters/notesMaster1.xml" Id="R1037a85e6a1f4d2e" /><Relationship Type="http://schemas.openxmlformats.org/officeDocument/2006/relationships/presProps" Target="/ppt/presProps.xml" Id="R27ef7aa5b5ba4476" /><Relationship Type="http://schemas.openxmlformats.org/officeDocument/2006/relationships/tableStyles" Target="/ppt/tableStyles.xml" Id="R0e3d167243284454" /><Relationship Type="http://schemas.openxmlformats.org/officeDocument/2006/relationships/slide" Target="/ppt/slides/slide1.xml" Id="R15a2b02e27de4e09" /><Relationship Type="http://schemas.openxmlformats.org/officeDocument/2006/relationships/slide" Target="/ppt/slides/slide2.xml" Id="R59cb4f9994104a19" /><Relationship Type="http://schemas.openxmlformats.org/officeDocument/2006/relationships/slide" Target="/ppt/slides/slide3.xml" Id="R78ec3111e9424add" /><Relationship Type="http://schemas.openxmlformats.org/officeDocument/2006/relationships/slide" Target="/ppt/slides/slide4.xml" Id="R69cd0bc541b142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37462e5b5946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e3182700cc409c" /><Relationship Type="http://schemas.openxmlformats.org/officeDocument/2006/relationships/notesMaster" Target="/ppt/notesMasters/notesMaster1.xml" Id="Re42751a474224e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95d04891974198" /><Relationship Type="http://schemas.openxmlformats.org/officeDocument/2006/relationships/notesMaster" Target="/ppt/notesMasters/notesMaster1.xml" Id="Rfe34c954b8244c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b5ce3355734347" /><Relationship Type="http://schemas.openxmlformats.org/officeDocument/2006/relationships/notesMaster" Target="/ppt/notesMasters/notesMaster1.xml" Id="R4c53be60752540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fdb6b671574c2c" /><Relationship Type="http://schemas.openxmlformats.org/officeDocument/2006/relationships/notesMaster" Target="/ppt/notesMasters/notesMaster1.xml" Id="Rb983438bb6ee4d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228f8961a644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60e06dd91f4898" /><Relationship Type="http://schemas.openxmlformats.org/officeDocument/2006/relationships/slideLayout" Target="/ppt/slideLayouts/slideLayout1.xml" Id="R787049a00a9449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7049a00a9449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1e6aaafc74614" /><Relationship Type="http://schemas.openxmlformats.org/officeDocument/2006/relationships/image" Target="/ppt/media/image.png" Id="R3d33de9725a54ec5" /><Relationship Type="http://schemas.openxmlformats.org/officeDocument/2006/relationships/notesSlide" Target="/ppt/notesSlides/notesSlide1.xml" Id="R10c161a532c540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3f05b5f934f51" /><Relationship Type="http://schemas.openxmlformats.org/officeDocument/2006/relationships/notesSlide" Target="/ppt/notesSlides/notesSlide2.xml" Id="R98fead88275240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4c635d1884320" /><Relationship Type="http://schemas.openxmlformats.org/officeDocument/2006/relationships/notesSlide" Target="/ppt/notesSlides/notesSlide3.xml" Id="R95891508978f41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50456bef54de1" /><Relationship Type="http://schemas.openxmlformats.org/officeDocument/2006/relationships/notesSlide" Target="/ppt/notesSlides/notesSlide4.xml" Id="R56837b983a7946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F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3de9725a54ec5"/>
          <a:srcRect xmlns:a="http://schemas.openxmlformats.org/drawingml/2006/main" l="24987" t="0" r="249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74A69-B69E-43B4-ABF4-85F31099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21AE8-AA8C-407E-BAB2-6EEF21CB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0F2C8"/>
                </a:solidFill>
              </a:defRPr>
            </a:pPr>
            <a:r>
              <a:rPr sz="1200" b="1">
                <a:solidFill>
                  <a:srgbClr val="60F2C8"/>
                </a:solidFill>
              </a:rPr>
              <a:t>DIGITAL MARKETING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3D985-5EF8-462D-BC7C-E2D586ED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09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Marcos Anton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0D262-9BDB-41DD-8F18-35B37320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514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8F5EF"/>
                </a:solidFill>
              </a:defRPr>
            </a:pPr>
            <a:r>
              <a:rPr sz="1800">
                <a:solidFill>
                  <a:srgbClr val="D8F5EF"/>
                </a:solidFill>
              </a:rPr>
              <a:t>Marketing major at Cal Poly Pomona graduating Summer 2026, building a business with the intention to add digital marketing services.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1D04A-74A0-46DD-AAB0-3A52619C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1910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1BA89-3E07-470D-851C-7874DD2E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00625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manton@cpp.edu  |  github.com/Manton1234</a:t>
            </a:r>
          </a:p>
        </p:txBody>
      </p:sp>
    </p:spTree>
    <p:extLst>
      <p:ext uri="{BB962C8B-B14F-4D97-AF65-F5344CB8AC3E}">
        <p14:creationId xmlns:p14="http://schemas.microsoft.com/office/powerpoint/2010/main" val="7954477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C2DB0A-EB28-4E14-A475-B06C30F6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</a:defRPr>
            </a:pPr>
            <a:r>
              <a:rPr sz="3000" b="1">
                <a:solidFill>
                  <a:srgbClr val="17324D"/>
                </a:solidFill>
              </a:rPr>
              <a:t>A practical marketing profile built from real operations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370A3-1432-402F-8E84-DC5DDDD4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16F"/>
                </a:solidFill>
              </a:defRPr>
            </a:pPr>
            <a:r>
              <a:rPr sz="1650">
                <a:solidFill>
                  <a:srgbClr val="52616F"/>
                </a:solidFill>
              </a:rPr>
              <a:t>The portfolio connects business execution with digital marketing and analytics skills.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653D1-A56E-4295-BC7D-E8CFDB45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2385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A49EE-C9F0-499A-A46D-15B9115D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4E0B9-4716-49D9-BED0-AB1D2847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051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Business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275FE-BBB4-4682-87F7-118B61F9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272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Project management, dispatching, vendor coordination, inventory, and team leadership.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C88BA-B068-41F4-B0D1-FC035088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0"/>
            <a:ext cx="32385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2F7B6-F6E8-4D0A-B5A7-400F68D4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1E1E4-A49A-4B73-B4C0-C33B194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051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Digital Marketing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8F9B9-0024-4AE5-A8FF-D6453A2C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86150"/>
            <a:ext cx="272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Google Ads, e-commerce, outreach, SEO planning, and customer relationship growth.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8A8D7-7F2F-488A-B127-AA5FE228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76500"/>
            <a:ext cx="32385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F38D6A-9E98-4A56-85CE-D2726D97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7650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BEDB7-F87D-478D-8882-8567C758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051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Analytics Storytelling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43426-4B76-4F7F-AEE1-6F637D59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272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Dashboards, GA4 measurement, campaign KPIs, and recommendations that lead to action.</a:t>
            </a:r>
          </a:p>
        </p:txBody>
      </p:sp>
    </p:spTree>
    <p:extLst>
      <p:ext uri="{BB962C8B-B14F-4D97-AF65-F5344CB8AC3E}">
        <p14:creationId xmlns:p14="http://schemas.microsoft.com/office/powerpoint/2010/main" val="2991213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2F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52353F-A147-49EB-8D9B-D09D914E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90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The website is organized around employer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000E6-3F0C-4F12-9E03-274D6ED9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AE6FD"/>
                </a:solidFill>
              </a:defRPr>
            </a:pPr>
            <a:r>
              <a:rPr sz="1650">
                <a:solidFill>
                  <a:srgbClr val="BAE6FD"/>
                </a:solidFill>
              </a:rPr>
              <a:t>Each tab answers a different question a recruiter or business contact might ask.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86D61-8736-42D4-A676-130A0C30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102870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FD105-E15A-44CD-B8BB-EDF1D981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050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Home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96C7E-33C9-4076-9B8D-36CC16CA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1457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24D"/>
                </a:solidFill>
              </a:defRPr>
            </a:pPr>
            <a:r>
              <a:rPr sz="1425">
                <a:solidFill>
                  <a:srgbClr val="17324D"/>
                </a:solidFill>
              </a:rPr>
              <a:t>Who Marcos is and what role he is targeting.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1A641-FA3C-4F31-BB6D-3F64A11D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02870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235C0-29A5-44A1-8CB0-7C632E7E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Marketing Analytics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9D4FB-65AD-46FD-A72C-B7D003FB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1942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24D"/>
                </a:solidFill>
              </a:defRPr>
            </a:pPr>
            <a:r>
              <a:rPr sz="1425">
                <a:solidFill>
                  <a:srgbClr val="17324D"/>
                </a:solidFill>
              </a:rPr>
              <a:t>Five case studies showing campaign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98488-0011-48DF-9171-7C77E66C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102870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BE2B1-9A79-40D3-A1C2-0E6F09F6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2C927-79D7-4C9F-B52D-EC8D89D0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2427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24D"/>
                </a:solidFill>
              </a:defRPr>
            </a:pPr>
            <a:r>
              <a:rPr sz="1425">
                <a:solidFill>
                  <a:srgbClr val="17324D"/>
                </a:solidFill>
              </a:rPr>
              <a:t>Metrics, visual summaries, and recommended actions.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DDE83-5192-419A-9C79-6D8BA17F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102870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99D32B-F964-4A6F-9635-51BA0CE6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Presentation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17D3A-4AB4-41D5-9822-26849AED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2912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24D"/>
                </a:solidFill>
              </a:defRPr>
            </a:pPr>
            <a:r>
              <a:rPr sz="1425">
                <a:solidFill>
                  <a:srgbClr val="17324D"/>
                </a:solidFill>
              </a:rPr>
              <a:t>A downloadable deck for technical communication.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95A2D1-7F35-4DD2-8724-7199117C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102870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0A138B-BF21-4530-B31C-A6066E79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44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Resume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B94DBD-0FF1-40D6-B0CB-270F4BD4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3397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24D"/>
                </a:solidFill>
              </a:defRPr>
            </a:pPr>
            <a:r>
              <a:rPr sz="1425">
                <a:solidFill>
                  <a:srgbClr val="17324D"/>
                </a:solidFill>
              </a:rPr>
              <a:t>Education, certifications, experience, and contact paths.</a:t>
            </a:r>
          </a:p>
        </p:txBody>
      </p:sp>
    </p:spTree>
    <p:extLst>
      <p:ext uri="{BB962C8B-B14F-4D97-AF65-F5344CB8AC3E}">
        <p14:creationId xmlns:p14="http://schemas.microsoft.com/office/powerpoint/2010/main" val="10761164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922433-8ED7-43D1-8499-DBC61D99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</a:defRPr>
            </a:pPr>
            <a:r>
              <a:rPr sz="3000" b="1">
                <a:solidFill>
                  <a:srgbClr val="17324D"/>
                </a:solidFill>
              </a:rPr>
              <a:t>Next steps make the portfolio stronger after launch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CAD60-E76E-48DA-9148-56C43AF1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4F9BC-DF25-4F92-B548-4CA71367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63F2B-3028-44EC-B4E5-3BDA38F1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002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43B53"/>
                </a:solidFill>
              </a:defRPr>
            </a:pPr>
            <a:r>
              <a:rPr sz="1800">
                <a:solidFill>
                  <a:srgbClr val="243B53"/>
                </a:solidFill>
              </a:rPr>
              <a:t>Replace the headshot placeholder with a professional photo.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BF80C-4231-43BC-A330-109D80B0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8BA42-95C1-4133-BC5F-4EA844FC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9263F-68CF-498F-9A66-91BA1603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765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43B53"/>
                </a:solidFill>
              </a:defRPr>
            </a:pPr>
            <a:r>
              <a:rPr sz="1800">
                <a:solidFill>
                  <a:srgbClr val="243B53"/>
                </a:solidFill>
              </a:rPr>
              <a:t>Add the final GA4 measurement ID before publishing.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0138C-3712-4535-BC0F-EFAD7FB7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9EABA-EDD4-4B08-969F-FCBA9EB0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191965-8B63-4820-B3A0-6F718992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528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43B53"/>
                </a:solidFill>
              </a:defRPr>
            </a:pPr>
            <a:r>
              <a:rPr sz="1800">
                <a:solidFill>
                  <a:srgbClr val="243B53"/>
                </a:solidFill>
              </a:rPr>
              <a:t>Use real class or business metrics when available.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9BE32-08B5-446F-9450-A7EFCAC4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B1C30-0B2C-4B83-ADC9-FA2DC6B4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291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E2F6C8-3D05-4BF3-A0C3-D552A008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29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43B53"/>
                </a:solidFill>
              </a:defRPr>
            </a:pPr>
            <a:r>
              <a:rPr sz="1800">
                <a:solidFill>
                  <a:srgbClr val="243B53"/>
                </a:solidFill>
              </a:rPr>
              <a:t>Publish with GitHub Pages and validate every navigation path.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532F7-EB41-4FE9-9FB2-08F2C235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34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3412"/>
                </a:solidFill>
              </a:defRPr>
            </a:pPr>
            <a:r>
              <a:rPr sz="1650" b="1">
                <a:solidFill>
                  <a:srgbClr val="9A3412"/>
                </a:solidFill>
              </a:rPr>
              <a:t>Clear evidence, cleaner interaction, and measurable tracking make the site feel ready for employers and business contacts.</a:t>
            </a:r>
          </a:p>
        </p:txBody>
      </p:sp>
    </p:spTree>
    <p:extLst>
      <p:ext uri="{BB962C8B-B14F-4D97-AF65-F5344CB8AC3E}">
        <p14:creationId xmlns:p14="http://schemas.microsoft.com/office/powerpoint/2010/main" val="489016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2026-07-02T18:02:58.0650000Z</dcterms:created>
  <dcterms:modified xsi:type="dcterms:W3CDTF">2026-07-02T18:02:58.0650000Z</dcterms:modified>
</coreProperties>
</file>